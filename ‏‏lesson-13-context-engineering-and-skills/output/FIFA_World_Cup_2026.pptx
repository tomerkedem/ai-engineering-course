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45720" cy="51435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FIFA WORLD CUP 2026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GREATEST TOURNAMENT ON EARTH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73152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 |  MEXICO  |  CANADA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TEAMS • 80 MATCHES • 1 CHAMPION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Summer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1E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TOURNAMENT OVERVIEW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657600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32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TEAMS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029200" y="1097280"/>
            <a:ext cx="3657600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097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80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MATCHES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657600" cy="914400"/>
          </a:xfrm>
          <a:prstGeom prst="rect">
            <a:avLst/>
          </a:prstGeom>
          <a:solidFill>
            <a:srgbClr val="0C1E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00"/>
                </a:solidFill>
              </a:rPr>
              <a:t>12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</a:rPr>
              <a:t>STADIUMS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5029200" y="2194560"/>
            <a:ext cx="3657600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194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5B+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VIEWERS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HIGHLIGHTS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tournament hosted by 3 nations (USA, Mexico, Canada)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format with 80 matches across 2 months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viewership expected globally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HOST NATIONS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🇺🇸 USA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005840"/>
            <a:ext cx="256032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51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🇲🇽 MEXICO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City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Guadalajara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Monterrey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Querétaro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1005840"/>
            <a:ext cx="2560320" cy="640080"/>
          </a:xfrm>
          <a:prstGeom prst="rect">
            <a:avLst/>
          </a:prstGeom>
          <a:solidFill>
            <a:srgbClr val="0C1E3C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51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🇨🇦 CANADA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Toronto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Vancouver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Edmonton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C1E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TO EXPECT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86200" cy="1463040"/>
          </a:xfrm>
          <a:prstGeom prst="rect">
            <a:avLst/>
          </a:prstGeom>
          <a:solidFill>
            <a:srgbClr val="E0F2FE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HIGH-OCTANE 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teams competing for glory in 80 intense matches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3886200" cy="1463040"/>
          </a:xfrm>
          <a:prstGeom prst="rect">
            <a:avLst/>
          </a:prstGeom>
          <a:solidFill>
            <a:srgbClr val="E0F2FE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234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GLOBAL SPECTACLE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6916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Billions of fans worldwide watching history unfold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886200" cy="1463040"/>
          </a:xfrm>
          <a:prstGeom prst="rect">
            <a:avLst/>
          </a:prstGeom>
          <a:solidFill>
            <a:srgbClr val="E0F2FE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LEGENDARY MOMENTS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Unforgettable goals, dramatic comebacks, and upsets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2743200"/>
            <a:ext cx="3886200" cy="1463040"/>
          </a:xfrm>
          <a:prstGeom prst="rect">
            <a:avLst/>
          </a:prstGeom>
          <a:solidFill>
            <a:srgbClr val="E0F2FE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880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🎊 CELEBRATION CULTURE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33375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Nations united through passion for the beautiful game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WORLD'S MOST WATCHED SPORTING EVENT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1371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137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1371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COUNTDOWN TO GLORY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1828800" y="2011680"/>
            <a:ext cx="548640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011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SUMMER 2026 - USA, MEXICO, CANADA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there for the greatest tournament on Earth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the passion of 32 nations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 historic moments that will live forever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part of the global celebration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80060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⚽ WHERE NATIONS COLLIDE • LEGENDS ARE BORN • HISTORY IS WRITTEN ⚽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World Cup 2026 - The Ultimate Tournament</dc:title>
  <dc:subject>PptxGenJS Presentation</dc:subject>
  <dc:creator>Sports Broadcasting Team</dc:creator>
  <cp:lastModifiedBy>Sports Broadcasting Team</cp:lastModifiedBy>
  <cp:revision>1</cp:revision>
  <dcterms:created xsi:type="dcterms:W3CDTF">2026-07-16T03:18:59Z</dcterms:created>
  <dcterms:modified xsi:type="dcterms:W3CDTF">2026-07-16T03:18:59Z</dcterms:modified>
</cp:coreProperties>
</file>