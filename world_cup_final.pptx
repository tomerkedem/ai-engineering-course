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1108710"/>
            <a:ext cx="2926080" cy="2926080"/>
          </a:xfrm>
          <a:prstGeom prst="ellipse">
            <a:avLst/>
          </a:prstGeom>
          <a:solidFill>
            <a:srgbClr val="1A472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291840" y="1291590"/>
            <a:ext cx="2560320" cy="2560320"/>
          </a:xfrm>
          <a:prstGeom prst="ellipse">
            <a:avLst/>
          </a:prstGeom>
          <a:solidFill>
            <a:srgbClr val="2D5F3F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74720" y="1474470"/>
            <a:ext cx="2194560" cy="2194560"/>
          </a:xfrm>
          <a:prstGeom prst="ellipse">
            <a:avLst/>
          </a:prstGeom>
          <a:solidFill>
            <a:srgbClr val="3D7C52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1657350"/>
            <a:ext cx="1828800" cy="1828800"/>
          </a:xfrm>
          <a:prstGeom prst="ellipse">
            <a:avLst/>
          </a:prstGeom>
          <a:solidFill>
            <a:srgbClr val="4DA662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-91440"/>
            <a:ext cx="1097280" cy="1097280"/>
          </a:xfrm>
          <a:prstGeom prst="ellipse">
            <a:avLst/>
          </a:prstGeom>
          <a:solidFill>
            <a:srgbClr val="FFD700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320040"/>
            <a:ext cx="274320" cy="274320"/>
          </a:xfrm>
          <a:prstGeom prst="ellipse">
            <a:avLst/>
          </a:prstGeom>
          <a:solidFill>
            <a:srgbClr val="FFFF00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223760" y="-91440"/>
            <a:ext cx="1097280" cy="1097280"/>
          </a:xfrm>
          <a:prstGeom prst="ellipse">
            <a:avLst/>
          </a:prstGeom>
          <a:solidFill>
            <a:srgbClr val="FFD700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635240" y="320040"/>
            <a:ext cx="274320" cy="274320"/>
          </a:xfrm>
          <a:prstGeom prst="ellipse">
            <a:avLst/>
          </a:prstGeom>
          <a:solidFill>
            <a:srgbClr val="FFFF00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3840480"/>
            <a:ext cx="1097280" cy="1097280"/>
          </a:xfrm>
          <a:prstGeom prst="ellipse">
            <a:avLst/>
          </a:prstGeom>
          <a:solidFill>
            <a:srgbClr val="FFD700">
              <a:alpha val="1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4251960"/>
            <a:ext cx="274320" cy="274320"/>
          </a:xfrm>
          <a:prstGeom prst="ellipse">
            <a:avLst/>
          </a:prstGeom>
          <a:solidFill>
            <a:srgbClr val="FFFF00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680960" y="3840480"/>
            <a:ext cx="1097280" cy="1097280"/>
          </a:xfrm>
          <a:prstGeom prst="ellipse">
            <a:avLst/>
          </a:prstGeom>
          <a:solidFill>
            <a:srgbClr val="FFD700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092440" y="4251960"/>
            <a:ext cx="274320" cy="274320"/>
          </a:xfrm>
          <a:prstGeom prst="ellipse">
            <a:avLst/>
          </a:prstGeom>
          <a:solidFill>
            <a:srgbClr val="FFFF00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0" y="1645920"/>
            <a:ext cx="1463040" cy="1645920"/>
          </a:xfrm>
          <a:prstGeom prst="ellipse">
            <a:avLst/>
          </a:prstGeom>
          <a:solidFill>
            <a:srgbClr val="FFA500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023360" y="1828800"/>
            <a:ext cx="1097280" cy="1280160"/>
          </a:xfrm>
          <a:prstGeom prst="ellipse">
            <a:avLst/>
          </a:prstGeom>
          <a:solidFill>
            <a:srgbClr val="FFD700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43400" y="2011680"/>
            <a:ext cx="457200" cy="320040"/>
          </a:xfrm>
          <a:prstGeom prst="ellipse">
            <a:avLst/>
          </a:prstGeom>
          <a:solidFill>
            <a:srgbClr val="FFD700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26280" y="2359152"/>
            <a:ext cx="91440" cy="228600"/>
          </a:xfrm>
          <a:prstGeom prst="rect">
            <a:avLst/>
          </a:prstGeom>
          <a:solidFill>
            <a:srgbClr val="C0A0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2606040"/>
            <a:ext cx="548640" cy="109728"/>
          </a:xfrm>
          <a:prstGeom prst="rect">
            <a:avLst/>
          </a:prstGeom>
          <a:solidFill>
            <a:srgbClr val="DAA520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2057400"/>
            <a:ext cx="137160" cy="137160"/>
          </a:xfrm>
          <a:prstGeom prst="ellipse">
            <a:avLst/>
          </a:prstGeom>
          <a:solidFill>
            <a:srgbClr val="FFFACD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0" y="2560320"/>
            <a:ext cx="1371600" cy="73152"/>
          </a:xfrm>
          <a:prstGeom prst="rect">
            <a:avLst/>
          </a:prstGeom>
          <a:solidFill>
            <a:srgbClr val="FFFF99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5029200" y="2103120"/>
            <a:ext cx="1371600" cy="73152"/>
          </a:xfrm>
          <a:prstGeom prst="rect">
            <a:avLst/>
          </a:prstGeom>
          <a:solidFill>
            <a:srgbClr val="FFFF99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5400000">
            <a:off x="4572000" y="1645920"/>
            <a:ext cx="1371600" cy="73152"/>
          </a:xfrm>
          <a:prstGeom prst="rect">
            <a:avLst/>
          </a:prstGeom>
          <a:solidFill>
            <a:srgbClr val="FFFF99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8100000">
            <a:off x="4114800" y="2103120"/>
            <a:ext cx="1371600" cy="73152"/>
          </a:xfrm>
          <a:prstGeom prst="rect">
            <a:avLst/>
          </a:prstGeom>
          <a:solidFill>
            <a:srgbClr val="FFFF99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10800000">
            <a:off x="3840480" y="2560320"/>
            <a:ext cx="1371600" cy="73152"/>
          </a:xfrm>
          <a:prstGeom prst="rect">
            <a:avLst/>
          </a:prstGeom>
          <a:solidFill>
            <a:srgbClr val="FFFF99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13500000">
            <a:off x="4114800" y="3017520"/>
            <a:ext cx="1371600" cy="73152"/>
          </a:xfrm>
          <a:prstGeom prst="rect">
            <a:avLst/>
          </a:prstGeom>
          <a:solidFill>
            <a:srgbClr val="FFFF99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16200000">
            <a:off x="4572000" y="3474720"/>
            <a:ext cx="1371600" cy="73152"/>
          </a:xfrm>
          <a:prstGeom prst="rect">
            <a:avLst/>
          </a:prstGeom>
          <a:solidFill>
            <a:srgbClr val="FFFF99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18900000">
            <a:off x="5029200" y="3017520"/>
            <a:ext cx="1371600" cy="73152"/>
          </a:xfrm>
          <a:prstGeom prst="rect">
            <a:avLst/>
          </a:prstGeom>
          <a:solidFill>
            <a:srgbClr val="FFFF99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1800000">
            <a:off x="457200" y="1828800"/>
            <a:ext cx="2743200" cy="1371600"/>
          </a:xfrm>
          <a:prstGeom prst="rect">
            <a:avLst/>
          </a:prstGeom>
          <a:solidFill>
            <a:srgbClr val="FFB347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-1800000">
            <a:off x="5943600" y="1828800"/>
            <a:ext cx="2743200" cy="1371600"/>
          </a:xfrm>
          <a:prstGeom prst="rect">
            <a:avLst/>
          </a:prstGeom>
          <a:solidFill>
            <a:srgbClr val="FFB347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CHAMPIONS</a:t>
            </a:r>
            <a:endParaRPr lang="en-US" sz="4800" dirty="0"/>
          </a:p>
        </p:txBody>
      </p:sp>
      <p:sp>
        <p:nvSpPr>
          <p:cNvPr id="31" name="Text 29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Greatest Trophy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Cup Final</dc:title>
  <dc:subject>PptxGenJS Presentation</dc:subject>
  <dc:creator>World Cup</dc:creator>
  <cp:lastModifiedBy>World Cup</cp:lastModifiedBy>
  <cp:revision>1</cp:revision>
  <dcterms:created xsi:type="dcterms:W3CDTF">2026-07-16T03:27:05Z</dcterms:created>
  <dcterms:modified xsi:type="dcterms:W3CDTF">2026-07-16T03:27:05Z</dcterms:modified>
</cp:coreProperties>
</file>