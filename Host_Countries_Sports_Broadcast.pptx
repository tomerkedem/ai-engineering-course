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 NATIONS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Excellence | Global Championship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Legendary Host Countries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🇯🇵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JAPAN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19456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68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</a:rPr>
              <a:t>Tokyo 2020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</a:rPr>
              <a:t>Olympics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Precision &amp; Innovation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World-Class Venues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Cultural Excellence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4297680"/>
            <a:ext cx="365760" cy="365760"/>
          </a:xfrm>
          <a:prstGeom prst="ellipse">
            <a:avLst/>
          </a:prstGeom>
          <a:solidFill>
            <a:srgbClr val="00A3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017520" y="2743200"/>
            <a:ext cx="4572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2706624"/>
            <a:ext cx="146304" cy="146304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097280"/>
            <a:ext cx="2560320" cy="3474720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97280"/>
            <a:ext cx="2560320" cy="109728"/>
          </a:xfrm>
          <a:prstGeom prst="rect">
            <a:avLst/>
          </a:prstGeom>
          <a:solidFill>
            <a:srgbClr val="00A3F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🇺🇸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3375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520440" y="2331720"/>
            <a:ext cx="2194560" cy="36576"/>
          </a:xfrm>
          <a:prstGeom prst="rect">
            <a:avLst/>
          </a:prstGeom>
          <a:solidFill>
            <a:srgbClr val="00A3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468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</a:rPr>
              <a:t>Los Angeles 2028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</a:rPr>
              <a:t>Olympics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Largest Sports Market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State-of-Art Technology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Inconic Venues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51960" y="4297680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897880" y="2743200"/>
            <a:ext cx="4572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2706624"/>
            <a:ext cx="146304" cy="146304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097280"/>
            <a:ext cx="2560320" cy="347472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97280"/>
            <a:ext cx="256032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🇫🇷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2179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FRANCE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0" y="2331720"/>
            <a:ext cx="219456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468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</a:rPr>
              <a:t>Paris 2024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</a:rPr>
              <a:t>Olympics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Historic Venues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French Elegance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Sustainability Focus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132320" y="429768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Championship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2377440" cy="2286000"/>
          </a:xfrm>
          <a:prstGeom prst="rect">
            <a:avLst/>
          </a:prstGeom>
          <a:solidFill>
            <a:srgbClr val="2A2A2A"/>
          </a:solidFill>
          <a:ln w="38100">
            <a:solidFill>
              <a:srgbClr val="FF2D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Athlete Nations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65960" y="3611880"/>
            <a:ext cx="274320" cy="274320"/>
          </a:xfrm>
          <a:prstGeom prst="ellipse">
            <a:avLst/>
          </a:prstGeom>
          <a:solidFill>
            <a:srgbClr val="FF2D2D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645920"/>
            <a:ext cx="2377440" cy="2286000"/>
          </a:xfrm>
          <a:prstGeom prst="rect">
            <a:avLst/>
          </a:prstGeom>
          <a:solidFill>
            <a:srgbClr val="2A2A2A"/>
          </a:solidFill>
          <a:ln w="38100">
            <a:solidFill>
              <a:srgbClr val="00A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4.7B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328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Global Viewers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3611880"/>
            <a:ext cx="274320" cy="274320"/>
          </a:xfrm>
          <a:prstGeom prst="ellipse">
            <a:avLst/>
          </a:prstGeom>
          <a:solidFill>
            <a:srgbClr val="00A3FF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1645920"/>
            <a:ext cx="2377440" cy="2286000"/>
          </a:xfrm>
          <a:prstGeom prst="rect">
            <a:avLst/>
          </a:prstGeom>
          <a:solidFill>
            <a:srgbClr val="2A2A2A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329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85216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Events Showcased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361188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 in Motion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 Countries Showcase</dc:title>
  <dc:subject>PptxGenJS Presentation</dc:subject>
  <dc:creator>Sports Broadcast Team</dc:creator>
  <cp:lastModifiedBy>Sports Broadcast Team</cp:lastModifiedBy>
  <cp:revision>1</cp:revision>
  <dcterms:created xsi:type="dcterms:W3CDTF">2026-07-16T03:24:54Z</dcterms:created>
  <dcterms:modified xsi:type="dcterms:W3CDTF">2026-07-16T03:24:54Z</dcterms:modified>
</cp:coreProperties>
</file>