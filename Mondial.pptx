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Premier International Football Tournament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411480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9659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Mondial?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23160"/>
            <a:ext cx="3749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FIFA World Cup - held every 4 years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32 national teams (expanded to 48 in 2026)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in 1930 in Uruguay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 by 4+ billion people globally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Symbol of international competition &amp; unity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828800"/>
            <a:ext cx="3931920" cy="3108960"/>
          </a:xfrm>
          <a:prstGeom prst="rect">
            <a:avLst/>
          </a:prstGeom>
          <a:solidFill>
            <a:srgbClr val="FFFFFF"/>
          </a:solidFill>
          <a:ln w="3810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Facts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937760" y="2514600"/>
            <a:ext cx="164592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2514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2026 Host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USA/Mexico/Canada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766560" y="2514600"/>
            <a:ext cx="164592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514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104 Matches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Total Games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937760" y="3429000"/>
            <a:ext cx="164592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3429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France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Champion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429000"/>
            <a:ext cx="1645920" cy="73152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766560" y="34290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Brazil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Most Titles (5)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greatest spectacle in international sports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Mondial</dc:title>
  <dc:subject>PptxGenJS Presentation</dc:subject>
  <dc:creator>AI Engineering Course</dc:creator>
  <cp:lastModifiedBy>AI Engineering Course</cp:lastModifiedBy>
  <cp:revision>1</cp:revision>
  <dcterms:created xsi:type="dcterms:W3CDTF">2026-07-16T03:05:50Z</dcterms:created>
  <dcterms:modified xsi:type="dcterms:W3CDTF">2026-07-16T03:05:50Z</dcterms:modified>
</cp:coreProperties>
</file>