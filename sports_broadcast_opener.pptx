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6858000" y="3474720"/>
            <a:ext cx="2286000" cy="16687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65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FROM THE ARENA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CHAMPIONSHIP PLAYOFFS 2026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200400" cy="7315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926080"/>
            <a:ext cx="2560320" cy="1965960"/>
          </a:xfrm>
          <a:prstGeom prst="rect">
            <a:avLst/>
          </a:prstGeom>
          <a:solidFill>
            <a:srgbClr val="1A2332"/>
          </a:solidFill>
          <a:ln w="25400">
            <a:solidFill>
              <a:srgbClr val="F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42.3M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VIEWERS WORLDWIDE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240280"/>
            <a:ext cx="228600" cy="228600"/>
          </a:xfrm>
          <a:prstGeom prst="ellipse">
            <a:avLst/>
          </a:prstGeom>
          <a:solidFill>
            <a:srgbClr val="FF4444"/>
          </a:solidFill>
          <a:ln/>
          <a:effectLst>
            <a:outerShdw sx="100000" sy="100000" kx="0" ky="0" algn="bl" rotWithShape="0" blurRad="76200" dist="50800" dir="16200000">
              <a:srgbClr val="FF4444">
                <a:alpha val="6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34440" y="22128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926080"/>
            <a:ext cx="2560320" cy="1965960"/>
          </a:xfrm>
          <a:prstGeom prst="rect">
            <a:avLst/>
          </a:prstGeom>
          <a:solidFill>
            <a:srgbClr val="1A2332"/>
          </a:solidFill>
          <a:ln w="25400">
            <a:solidFill>
              <a:srgbClr val="44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8:00 PM EST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217920" y="4343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01:47:23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League Finals  •  Stadium Capacity: 98,500  •  Venue: International Sports Complex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Broadcast Opener</dc:title>
  <dc:subject>PptxGenJS Presentation</dc:subject>
  <dc:creator>AI Engineering Course</dc:creator>
  <cp:lastModifiedBy>AI Engineering Course</cp:lastModifiedBy>
  <cp:revision>1</cp:revision>
  <dcterms:created xsi:type="dcterms:W3CDTF">2026-07-16T03:22:27Z</dcterms:created>
  <dcterms:modified xsi:type="dcterms:W3CDTF">2026-07-16T03:22:27Z</dcterms:modified>
</cp:coreProperties>
</file>